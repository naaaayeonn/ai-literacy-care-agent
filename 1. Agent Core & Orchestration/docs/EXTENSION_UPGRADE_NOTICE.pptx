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82296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크롬 확장 통합 — 변경 · 업그레이드 공지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C7CCF0"/>
                </a:solidFill>
                <a:latin typeface="맑은 고딕"/>
                <a:ea typeface="맑은 고딕"/>
                <a:cs typeface="맑은 고딕"/>
              </a:rPr>
              <a:t>AI 리터러시 케어 에이전트 · 팀 내부 공유용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9AA0C8"/>
                </a:solidFill>
                <a:latin typeface="맑은 고딕"/>
                <a:ea typeface="맑은 고딕"/>
                <a:cs typeface="맑은 고딕"/>
              </a:rPr>
              <a:t>초기 기획에서 무엇이 추가됐는가 + 역할별로 무엇을 하면 되는가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2026-07-03 · 1번 오케스트레이션(이소희) · 기반 문서 docs/EXTENSION_DESIGN.md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왜 이 공지인가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장 요약 (TL;DR)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초기 기획은 '파일 업로드 후 웹 읽기 화면'. 여기에 업로드 없이 크롬에서 읽는 웹·PDF를 그대로 측정하는 크롬 확장을 추가했다.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오케스트레이터 코어(측정→개입→점수)는 이벤트 출처를 가리지 않는다.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→ 코어 교체가 아니라 '새 입력원(확장) 추가'. 기존 계약·어댑터를 재사용한다.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00A86B"/>
                </a:solidFill>
                <a:latin typeface="맑은 고딕"/>
                <a:ea typeface="맑은 고딕"/>
                <a:cs typeface="맑은 고딕"/>
              </a:rPr>
              <a:t>■ 이미 구현·검증 완료된 것: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백엔드 인입 alias · 공용 모듈(shared) · pdf.js 자체 뷰어 · CORS · 테스트 89 pass · 실서버 폐루프 E2E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5B6CFF"/>
                </a:solidFill>
                <a:latin typeface="맑은 고딕"/>
                <a:ea typeface="맑은 고딕"/>
                <a:cs typeface="맑은 고딕"/>
              </a:rPr>
              <a:t>■ 각 팀원은 1번이 깔아둔 글루 위에서 자기 역할만 얹으면 된다. (역할별 할 일은 8쪽)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변경 요약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무엇이 추가됐나 — 초기 기획 → 지금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3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1027"/>
                <a:gridCol w="3114221"/>
                <a:gridCol w="583916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초기 기획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· 변경된 것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읽기 대상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업로드한 문서 1건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크롬에서 보던 웹페이지 + PDF (무업로드)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진입 방식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읽기 화면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ON→백그라운드 자동 측정 / 로컬 PDF는 파일 열기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 지원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후순위(미정)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pdf.js 자체 뷰어로 지원 (링크 자동 전환)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개입 UI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화면 내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읽는 페이지 위 넛지 오버레이 (Shadow DOM 격리)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식별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미정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설치별 익명 UUID (로그인 없음)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오케스트레이터 코어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측정→개입→점수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— 그대로 재사용 (입력원만 추가)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전체 그림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아키텍처 — 바뀐 건 '입력원·오버레이'뿐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크롬 확장 (두 경로, 같은 공용 모듈)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웹페이지: content script  /  PDF: pdf.js 뷰어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공용 shared: tracker(읽기행동) · overlay(넛지) · session_client(REST 전송)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백엔드 인입 alias (REST)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POST /api/session/start   ← 추출 본문 content[]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POST /api/session/{id}/events   ↔  개입 명령(넛지/퀴즈/하이라이트)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GET  /api/session/{id}/result   → 최종 Literacy Score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00A86B"/>
                </a:solidFill>
                <a:latin typeface="맑은 고딕"/>
                <a:ea typeface="맑은 고딕"/>
                <a:cs typeface="맑은 고딕"/>
              </a:rPr>
              <a:t>■ 오케스트레이터 코어 (측정→개입→점수→프로필)  ▶ 변경 없음, 재사용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의사결정 기록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결정 (ADR) — 왜 이렇게 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ADR-001 · 전송은 REST(이벤트 구동), WebSocket 아님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개입이 전부 '행동 반응형'이라 서버가 먼저 push할 일이 없음 + 백엔드가 이미 REST 구현·테스트 완료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확장은 이벤트를 배치로 POST → 응답에 실린 개입을 렌더 (폴링 아님)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ADR-002 · 로그인 없음 / 문서=로컬 / 온보딩=팝업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사용자 = 설치별 익명 UUID  ·  '문서 업로드' = 로컬 PDF를 pdf.js로 열기(서버 저장 없음)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최초 1회 개인정보 동의 → ON/OFF 토글 (확장 팝업)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5B6CFF"/>
                </a:solidFill>
                <a:latin typeface="맑은 고딕"/>
                <a:ea typeface="맑은 고딕"/>
                <a:cs typeface="맑은 고딕"/>
              </a:rPr>
              <a:t>■ 비용 0 원칙: 유료 API·유료 호스팅·유료 사전 신규 도입 금지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가장 큰 추가 기능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PDF 지원 — pdf.js 자체 뷰어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크롬 기본 PDF뷰어(PDFium)는 확장이 글자·스크롤에 접근 불가 → 측정·개입 불가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해결: PDF 링크를 우리 pdf.js 뷰어로 자동 전환 → '일반 DOM'으로 되돌려 웹과 동일하게 측정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사용자 경험 동일(업로드 없음). 스캔 PDF는 OCR 후속. pdfjs-dist@4.10.38 번들(Apache-2.0, 무료)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246120"/>
          <a:ext cx="1109441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8926"/>
                <a:gridCol w="2411829"/>
                <a:gridCol w="2411829"/>
                <a:gridCol w="2411829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읽는 방식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스크롤 속도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 위 퀴즈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단어 뜻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크롬 웹페이지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크롬 기본 PDF뷰어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pdf.js 뷰어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지금 어디까지 됐나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 · 검증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0A86B"/>
                </a:solidFill>
                <a:latin typeface="맑은 고딕"/>
                <a:ea typeface="맑은 고딕"/>
                <a:cs typeface="맑은 고딕"/>
              </a:rPr>
              <a:t>■ 완료 ✅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백엔드: 인입 alias(start/events/result) · CORS · 테스트 89 pass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확장: shared 3종 · content_script 어댑터화 · pdf.js 뷰어 · declarativeNetRequest 가로채기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00A86B"/>
                </a:solidFill>
                <a:latin typeface="맑은 고딕"/>
                <a:ea typeface="맑은 고딕"/>
                <a:cs typeface="맑은 고딕"/>
              </a:rPr>
              <a:t>■ 런타임 검증 ✅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실서버 폐루프: 빠른 스크롤+blur → focus 48 → nudge(medium) → literacyScore 55.8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pdf.js로 한글 PDF(23쪽) 텍스트 추출 확인 · JS node --check 통과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E17055"/>
                </a:solidFill>
                <a:latin typeface="맑은 고딕"/>
                <a:ea typeface="맑은 고딕"/>
                <a:cs typeface="맑은 고딕"/>
              </a:rPr>
              <a:t>■ 미검증 (수동 필요) ⚠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언팩 확장을 크롬에 로드하는 건 자동화 불가 → 사용자 수동 E2E 필요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■ 팀 레포 반영: team/main 커밋 c183e0c ('1. Agent Core &amp; Orchestration/')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★ 액션 아이템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역할별 할 일 — 각자 이것만 하면 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383"/>
                <a:gridCol w="8730031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 해야 할 것</a:t>
                      </a:r>
                    </a:p>
                  </a:txBody>
                  <a:tcPr anchor="ctr" marL="91440" marR="91440" marT="36576" marB="36576">
                    <a:solidFill>
                      <a:srgbClr val="5B6C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2번 Content Reducer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PDF getTextContent→문단 정제 로직 · 웹/PDF 공통 content[] 정규화 · 용어풀이(무료 경로, 유료 사전 금지)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3번 백엔드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익명 userId 수용 검증 · (임시로 1번이 넣은) CORS·배포주소 확정 · 데이터 삭제요청(후속) · WS는 불필요(ADR-001)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4번 프론트·확장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팝업 온보딩 UI(개인정보 동의 + 문서 열기) · 퀴즈 모달 · 단어 뜻 툴팁 · 세션 결과를 대시보드에 기록</a:t>
                      </a:r>
                    </a:p>
                  </a:txBody>
                  <a:tcPr anchor="ctr" marL="91440" marR="91440" marT="36576" marB="36576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1번 오케스트레이션(나)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E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[완료] 인입 alias · shared 글루 · pdf.js 뷰어 · CORS   /   [남음] 세션 경계 튜닝 · 2번 real 연결</a:t>
                      </a:r>
                    </a:p>
                  </a:txBody>
                  <a:tcPr anchor="ctr" marL="91440" marR="91440" marT="36576" marB="36576">
                    <a:solidFill>
                      <a:srgbClr val="F2F3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팀원이 붙일 지점 · API_CONTRACT §9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확장 ↔ 백엔드 계약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세션 시작 — POST /api/session/start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{ userId, articleId, source, content[] }  →  { sessionId, chunks, terms, ... }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이벤트(REST) — POST /api/session/{id}/events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{ events:[{ type, timestamp_ms, position(0~1), duration_ms }] }  →  { type, payload{ focusScore, nudgeMessage } }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결과 — GET /api/session/{id}/result  →  최종 점수(성장 그래프용)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5B6CFF"/>
                </a:solidFill>
                <a:latin typeface="맑은 고딕"/>
                <a:ea typeface="맑은 고딕"/>
                <a:cs typeface="맑은 고딕"/>
              </a:rPr>
              <a:t>■ content[] 출처: 웹=Readability / PDF=pdf.js. 백엔드는 출처를 가리지 않음.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■ 정본 문서: docs/EXTENSION_DESIGN.md · EXTENSION_INTEGRATION_FIXES.md · API_CONTRACT.md §9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B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D7DCFF"/>
                </a:solidFill>
                <a:latin typeface="맑은 고딕"/>
                <a:ea typeface="맑은 고딕"/>
                <a:cs typeface="맑은 고딕"/>
              </a:rPr>
              <a:t>바로 해보기</a:t>
            </a:r>
          </a:p>
          <a:p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방법 &amp;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백엔드 서버 켜기 (상시 X, 쓸 때만)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python -m uvicorn backend.app.main:app --host 127.0.0.1 --port 8000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22222E"/>
                </a:solidFill>
                <a:latin typeface="맑은 고딕"/>
                <a:ea typeface="맑은 고딕"/>
                <a:cs typeface="맑은 고딕"/>
              </a:rPr>
              <a:t>■ 확장 로드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chrome://extensions → 개발자 모드 → '압축해제된 확장 로드' → extension/ 선택 → 팝업 ON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긴 기사에서 스크롤/탭전환 → 우측 하단 넛지  ·  PDF 링크 클릭 → 우리 뷰어로 자동 전환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5B6CFF"/>
                </a:solidFill>
                <a:latin typeface="맑은 고딕"/>
                <a:ea typeface="맑은 고딕"/>
                <a:cs typeface="맑은 고딕"/>
              </a:rPr>
              <a:t>■ 다음: 각자 역할 진행 → M2(7/6) 통합</a:t>
            </a:r>
          </a:p>
          <a:p>
            <a:pPr lvl="1"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– 서버는 상시 켤 필요 없음 — 끄면 확장은 조용히 대기(측정만 멈춤)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820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AI 리터러시 케어 · 팀 내부 공유 · 2026-07-03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084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